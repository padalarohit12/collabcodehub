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21CSP302L – Minor Project</a:t>
            </a:r>
          </a:p>
          <a:p>
            <a:pPr algn="r">
              <a:defRPr sz="2200"/>
            </a:pPr>
            <a:r>
              <a:t>REVIEW - 2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 u="sng"/>
            </a:pPr>
            <a:r>
              <a:t>CollabCodeHub</a:t>
            </a:r>
          </a:p>
          <a:p>
            <a:pPr algn="ctr">
              <a:defRPr sz="1800"/>
            </a:pPr>
            <a:r>
              <a:t>A Real-Time Multiplayer Workspace for Developers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Team Members :-</a:t>
            </a:r>
          </a:p>
          <a:p>
            <a:pPr>
              <a:defRPr sz="1400"/>
            </a:pPr>
            <a:r>
              <a:t>Tirumalasetti Devendhar (RA2311028010142)</a:t>
            </a:r>
          </a:p>
          <a:p>
            <a:pPr>
              <a:defRPr sz="1400"/>
            </a:pPr>
            <a:r>
              <a:t>Padala Rohit (RA2311028010183)</a:t>
            </a:r>
          </a:p>
          <a:p>
            <a:pPr>
              <a:defRPr b="1" sz="1400"/>
            </a:pPr>
            <a:r>
              <a:t>Department : NWC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Guide Details:</a:t>
            </a:r>
          </a:p>
          <a:p>
            <a:pPr>
              <a:defRPr sz="1400"/>
            </a:pPr>
            <a:r>
              <a:t>Dr .Stephen Dass A</a:t>
            </a:r>
          </a:p>
          <a:p>
            <a:pPr>
              <a:defRPr sz="1400"/>
            </a:pPr>
            <a:r>
              <a:t>Assistant Professor ,</a:t>
            </a:r>
          </a:p>
          <a:p>
            <a:pPr>
              <a:defRPr sz="1400"/>
            </a:pPr>
            <a:r>
              <a:t>Networking and Communication Department (NWC), SRMIST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Abstract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Introduction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Literature Survey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Inference from the survey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Objective of the Project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Techniques to implement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Architecture diagram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Project SDG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Modules Description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Plan of action</a:t>
            </a:r>
          </a:p>
          <a:p>
            <a:pPr>
              <a:spcAft>
                <a:spcPts val="1200"/>
              </a:spcAft>
              <a:defRPr sz="1600">
                <a:solidFill>
                  <a:srgbClr val="000000"/>
                </a:solidFill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CollabCodeHub is a browser-based real-time collaborative development platform designed to unify code editing, task management, communication, whiteboarding, AI assistance, and shared terminal execution within a single workspace.</a:t>
            </a:r>
          </a:p>
          <a:p>
            <a:pPr algn="ctr">
              <a:spcBef>
                <a:spcPts val="2000"/>
              </a:spcBef>
              <a:defRPr sz="1800"/>
            </a:pPr>
            <a:r>
              <a:t>The system leverages CRDT-based synchronization (Yjs), WebSocket communication, and PostgreSQL Row-Level Security (RLS) to ensure low-latency collaboration and secure multi-tenant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Fragmentation in Modern Development Workflows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Modern development teams rely on multiple disconnected platforms: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VS Code – Code Editing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Jira – Task Management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Slack – Communication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Miro – Whiteboarding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ChatGPT – AI Assistance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Challenges Observed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Frequent context switching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Reduced productivity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Collaboration friction in remote teams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   • Environment inconsistencies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Literature Survey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628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3657600"/>
                <a:gridCol w="3047695"/>
              </a:tblGrid>
              <a:tr h="7315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Ref /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Work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Findings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Kleppmann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Conflict-free Replicated Data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Formalized CRDTs for sync without central lock.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VS Code Live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Remote sync but requires heavy desktop installations.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Presence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Managed infra for presence and shared storage.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Operational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Legacy sync used by Google Docs; complex conflicts.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Inference from General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Need for a unified platform that combines all tools in the browser.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Web-based IDEs are the future of collaborative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Real-time sync must be reliable and conflict-free (CRDTs).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AI integration is essential for modern developer workflows.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Security (RBAC/RLS) is paramount for multi-tenant workspace isolation.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Objective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Primary Goal: Build a unified Multiplayer Workspace OS for software teams.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Objectives: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• Enable sub-50ms latency collaborative editing using CRDTs.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• Integrate AI Agent for deterministic code generation and refactoring.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• Centralize Kanban tasks, whiteboard, and real-time chat.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• Ensure zero-trust security via PostgreSQL Row Level Security (RLS).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• Eliminate context switching between fragmented development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Techniques to Implement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Frontend: React 19 + Vite (Modern, high-performance SPA).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Editor: Monaco Editor &amp; CodeMirror 6 with Yjs extensions.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Sync: Liveblocks SDK + Yjs (Conflict-free Replicated Data Types).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Backend: Supabase (PostgreSQL, Realtime DB, Auth, RLS).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Terminal: Node.js + Express + WebSockets + node-pty.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AI: HuggingFace Inference API (Qwen2.5-7B-Instruct).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Styling: Tailwind CSS (Utility-first responsive design).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Architecture Diagram</a:t>
            </a:r>
          </a:p>
        </p:txBody>
      </p:sp>
      <p:pic>
        <p:nvPicPr>
          <p:cNvPr id="6" name="Picture 5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Project SDG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SDG 4 (Quality Education): Remote pair-programming for labs.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SDG 8 (Decent Work): Supporting remote work in startups and agencies.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SDG 9 (Industry, Innovation &amp; Infrastructure): Advancing IDE infra.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Modules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1. Authentication Module: User registration and login via Supabase Auth.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2. Workspace Management Module: Creation and isolation of project rooms.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3. Code Collaboration Module: Real-time editing with Yjs &amp; Liveblocks.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4. Task Management Module: Kanban board for sprint tracking.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5. Communication Module: In-room real-time chat with avatars.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6. AI Assistance Module: Context-aware code generation (Ctrl+I).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7. Execution Module: Shared terminal for code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Plan of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Phase 1: Research, core UI, and Auth (Completed).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Phase 2: Editor sync, Kanban board, and Chat (Completed).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Phase 3: AI Pulse integration and Terminal proxy (In-Progress).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Phase 4: SaaS features, bi-directional sync, and polish (Planned).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Referral Patents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00000"/>
                </a:solidFill>
              </a:defRPr>
            </a:pPr>
            <a:r>
              <a:t>•  GB2589325A (UK): Collaborative Code Editing with Real-Time Sync.</a:t>
            </a:r>
          </a:p>
          <a:p>
            <a:pPr>
              <a:spcAft>
                <a:spcPts val="1200"/>
              </a:spcAft>
              <a:defRPr sz="1500">
                <a:solidFill>
                  <a:srgbClr val="000000"/>
                </a:solidFill>
              </a:defRPr>
            </a:pPr>
            <a:r>
              <a:t>•  CA3123456A1 (Canada): Cloud IDE with AI Assistance.</a:t>
            </a:r>
          </a:p>
          <a:p>
            <a:pPr>
              <a:spcAft>
                <a:spcPts val="1200"/>
              </a:spcAft>
              <a:defRPr sz="1500">
                <a:solidFill>
                  <a:srgbClr val="000000"/>
                </a:solidFill>
              </a:defRPr>
            </a:pPr>
            <a:r>
              <a:t>•  IN202141029876A (India): Multi-User platform with integrated task tracking.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Novelty &amp;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Sub-millisecond latency sync via local-first CRDTs.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Context-aware AI that manipulates the full workspace natively.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Unified workspace experience (VS Code + Slack + Jira in one).</a:t>
            </a:r>
          </a:p>
          <a:p>
            <a:pPr>
              <a:spcAft>
                <a:spcPts val="1200"/>
              </a:spcAft>
              <a:defRPr sz="1800">
                <a:solidFill>
                  <a:srgbClr val="000000"/>
                </a:solidFill>
              </a:defRPr>
            </a:pPr>
            <a:r>
              <a:t>•  Zero-trust security enforced at the database level.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Screenshots of the Website</a:t>
            </a:r>
          </a:p>
        </p:txBody>
      </p:sp>
      <p:pic>
        <p:nvPicPr>
          <p:cNvPr id="6" name="Picture 5" descr="resul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058400" cy="95907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1. Kleppmann, M. (2017). Conflict-free Replicated Data Types.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2. Liveblocks SDK Documentation. https://liveblocks.io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3. Supabase Technical Reference. https://supabase.com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4. Monaco Editor Documentation.</a:t>
            </a:r>
          </a:p>
          <a:p>
            <a:pPr>
              <a:spcAft>
                <a:spcPts val="1200"/>
              </a:spcAft>
              <a:defRPr sz="1400">
                <a:solidFill>
                  <a:srgbClr val="000000"/>
                </a:solidFill>
              </a:defRPr>
            </a:pPr>
            <a:r>
              <a:t>•  5. Yjs Network Providers.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SRM</a:t>
            </a:r>
          </a:p>
          <a:p>
            <a:pPr>
              <a:defRPr sz="800" b="1">
                <a:solidFill>
                  <a:srgbClr val="000000"/>
                </a:solidFill>
              </a:defRPr>
            </a:pPr>
            <a:r>
              <a:t>INSTITUTE OF SCIENCE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CollabCodeHub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</a:defRPr>
            </a:pPr>
            <a:r>
              <a:t>THANK YOU</a:t>
            </a:r>
          </a:p>
          <a:p>
            <a:pPr algn="ctr">
              <a:defRPr sz="2400"/>
            </a:pPr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